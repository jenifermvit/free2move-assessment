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B0555-55C6-44C6-899F-EDEE95B94A25}" v="77" dt="2026-03-15T07:37:00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 Venigalla" userId="bf20c713a4e25e54" providerId="LiveId" clId="{128347AF-A65E-4D91-A427-38707CC029B9}"/>
    <pc:docChg chg="undo custSel addSld delSld modSld">
      <pc:chgData name="Sravan Venigalla" userId="bf20c713a4e25e54" providerId="LiveId" clId="{128347AF-A65E-4D91-A427-38707CC029B9}" dt="2026-03-15T07:37:00.626" v="624" actId="478"/>
      <pc:docMkLst>
        <pc:docMk/>
      </pc:docMkLst>
      <pc:sldChg chg="addSp delSp modSp mod">
        <pc:chgData name="Sravan Venigalla" userId="bf20c713a4e25e54" providerId="LiveId" clId="{128347AF-A65E-4D91-A427-38707CC029B9}" dt="2026-03-15T07:37:00.626" v="624" actId="478"/>
        <pc:sldMkLst>
          <pc:docMk/>
          <pc:sldMk cId="4004935569" sldId="256"/>
        </pc:sldMkLst>
        <pc:spChg chg="mod">
          <ac:chgData name="Sravan Venigalla" userId="bf20c713a4e25e54" providerId="LiveId" clId="{128347AF-A65E-4D91-A427-38707CC029B9}" dt="2026-03-15T05:21:53.894" v="244" actId="1076"/>
          <ac:spMkLst>
            <pc:docMk/>
            <pc:sldMk cId="4004935569" sldId="256"/>
            <ac:spMk id="2" creationId="{0C055255-5D7C-ADF0-31E1-E38089FFC4E8}"/>
          </ac:spMkLst>
        </pc:spChg>
        <pc:spChg chg="del mod">
          <ac:chgData name="Sravan Venigalla" userId="bf20c713a4e25e54" providerId="LiveId" clId="{128347AF-A65E-4D91-A427-38707CC029B9}" dt="2026-03-15T04:45:48.411" v="21"/>
          <ac:spMkLst>
            <pc:docMk/>
            <pc:sldMk cId="4004935569" sldId="256"/>
            <ac:spMk id="3" creationId="{0B183091-0F86-FDB1-B285-23BEEBBE04CE}"/>
          </ac:spMkLst>
        </pc:spChg>
        <pc:spChg chg="add mod">
          <ac:chgData name="Sravan Venigalla" userId="bf20c713a4e25e54" providerId="LiveId" clId="{128347AF-A65E-4D91-A427-38707CC029B9}" dt="2026-03-15T05:53:46.729" v="554" actId="20577"/>
          <ac:spMkLst>
            <pc:docMk/>
            <pc:sldMk cId="4004935569" sldId="256"/>
            <ac:spMk id="4" creationId="{74537F9A-D101-615E-32D7-36E975B60161}"/>
          </ac:spMkLst>
        </pc:spChg>
        <pc:spChg chg="add mod">
          <ac:chgData name="Sravan Venigalla" userId="bf20c713a4e25e54" providerId="LiveId" clId="{128347AF-A65E-4D91-A427-38707CC029B9}" dt="2026-03-15T07:27:10.023" v="618" actId="14100"/>
          <ac:spMkLst>
            <pc:docMk/>
            <pc:sldMk cId="4004935569" sldId="256"/>
            <ac:spMk id="5" creationId="{AF92FFE4-416C-AAE8-B29E-4C31E426B227}"/>
          </ac:spMkLst>
        </pc:spChg>
        <pc:spChg chg="add">
          <ac:chgData name="Sravan Venigalla" userId="bf20c713a4e25e54" providerId="LiveId" clId="{128347AF-A65E-4D91-A427-38707CC029B9}" dt="2026-03-15T04:47:17.525" v="30"/>
          <ac:spMkLst>
            <pc:docMk/>
            <pc:sldMk cId="4004935569" sldId="256"/>
            <ac:spMk id="6" creationId="{13496264-EA74-CCE2-32A3-693EE28BBE42}"/>
          </ac:spMkLst>
        </pc:spChg>
        <pc:spChg chg="add del mod">
          <ac:chgData name="Sravan Venigalla" userId="bf20c713a4e25e54" providerId="LiveId" clId="{128347AF-A65E-4D91-A427-38707CC029B9}" dt="2026-03-15T07:37:00.626" v="624" actId="478"/>
          <ac:spMkLst>
            <pc:docMk/>
            <pc:sldMk cId="4004935569" sldId="256"/>
            <ac:spMk id="7" creationId="{8A47055D-018F-FD4D-DC1B-FE40D5BB3022}"/>
          </ac:spMkLst>
        </pc:spChg>
      </pc:sldChg>
      <pc:sldChg chg="addSp modSp new mod modClrScheme chgLayout">
        <pc:chgData name="Sravan Venigalla" userId="bf20c713a4e25e54" providerId="LiveId" clId="{128347AF-A65E-4D91-A427-38707CC029B9}" dt="2026-03-15T05:20:34.268" v="225" actId="1076"/>
        <pc:sldMkLst>
          <pc:docMk/>
          <pc:sldMk cId="2892460510" sldId="257"/>
        </pc:sldMkLst>
        <pc:spChg chg="mod ord">
          <ac:chgData name="Sravan Venigalla" userId="bf20c713a4e25e54" providerId="LiveId" clId="{128347AF-A65E-4D91-A427-38707CC029B9}" dt="2026-03-15T04:55:53.613" v="81" actId="1076"/>
          <ac:spMkLst>
            <pc:docMk/>
            <pc:sldMk cId="2892460510" sldId="257"/>
            <ac:spMk id="2" creationId="{90C1C81B-263B-A3E9-13A3-E889CC3AB475}"/>
          </ac:spMkLst>
        </pc:spChg>
        <pc:spChg chg="mod ord">
          <ac:chgData name="Sravan Venigalla" userId="bf20c713a4e25e54" providerId="LiveId" clId="{128347AF-A65E-4D91-A427-38707CC029B9}" dt="2026-03-15T05:20:03.061" v="219" actId="27636"/>
          <ac:spMkLst>
            <pc:docMk/>
            <pc:sldMk cId="2892460510" sldId="257"/>
            <ac:spMk id="3" creationId="{C822B926-A193-9EA6-49E8-C85D644B30F1}"/>
          </ac:spMkLst>
        </pc:spChg>
        <pc:spChg chg="add mod ord">
          <ac:chgData name="Sravan Venigalla" userId="bf20c713a4e25e54" providerId="LiveId" clId="{128347AF-A65E-4D91-A427-38707CC029B9}" dt="2026-03-15T05:20:28.714" v="224" actId="1076"/>
          <ac:spMkLst>
            <pc:docMk/>
            <pc:sldMk cId="2892460510" sldId="257"/>
            <ac:spMk id="4" creationId="{074F3FD4-3D3A-9543-BEDE-966F167A1294}"/>
          </ac:spMkLst>
        </pc:spChg>
        <pc:spChg chg="add mod ord">
          <ac:chgData name="Sravan Venigalla" userId="bf20c713a4e25e54" providerId="LiveId" clId="{128347AF-A65E-4D91-A427-38707CC029B9}" dt="2026-03-15T05:20:34.268" v="225" actId="1076"/>
          <ac:spMkLst>
            <pc:docMk/>
            <pc:sldMk cId="2892460510" sldId="257"/>
            <ac:spMk id="5" creationId="{0791F542-A4AA-1939-0675-76EFCAE879FB}"/>
          </ac:spMkLst>
        </pc:spChg>
      </pc:sldChg>
      <pc:sldChg chg="addSp delSp modSp new mod modClrScheme chgLayout">
        <pc:chgData name="Sravan Venigalla" userId="bf20c713a4e25e54" providerId="LiveId" clId="{128347AF-A65E-4D91-A427-38707CC029B9}" dt="2026-03-15T05:45:28.142" v="492" actId="1076"/>
        <pc:sldMkLst>
          <pc:docMk/>
          <pc:sldMk cId="3649414755" sldId="258"/>
        </pc:sldMkLst>
        <pc:spChg chg="mod ord">
          <ac:chgData name="Sravan Venigalla" userId="bf20c713a4e25e54" providerId="LiveId" clId="{128347AF-A65E-4D91-A427-38707CC029B9}" dt="2026-03-15T05:45:00.519" v="489" actId="1076"/>
          <ac:spMkLst>
            <pc:docMk/>
            <pc:sldMk cId="3649414755" sldId="258"/>
            <ac:spMk id="2" creationId="{F93B529A-0695-171B-B03E-C4820A72AF4F}"/>
          </ac:spMkLst>
        </pc:spChg>
        <pc:spChg chg="del mod ord">
          <ac:chgData name="Sravan Venigalla" userId="bf20c713a4e25e54" providerId="LiveId" clId="{128347AF-A65E-4D91-A427-38707CC029B9}" dt="2026-03-15T04:54:49.213" v="71" actId="700"/>
          <ac:spMkLst>
            <pc:docMk/>
            <pc:sldMk cId="3649414755" sldId="258"/>
            <ac:spMk id="3" creationId="{C023975D-5A27-1A7C-6CBE-251790DAA808}"/>
          </ac:spMkLst>
        </pc:spChg>
        <pc:spChg chg="del mod ord">
          <ac:chgData name="Sravan Venigalla" userId="bf20c713a4e25e54" providerId="LiveId" clId="{128347AF-A65E-4D91-A427-38707CC029B9}" dt="2026-03-15T04:54:49.213" v="71" actId="700"/>
          <ac:spMkLst>
            <pc:docMk/>
            <pc:sldMk cId="3649414755" sldId="258"/>
            <ac:spMk id="4" creationId="{2DB0C324-E44A-84C6-E939-830EADB551A6}"/>
          </ac:spMkLst>
        </pc:spChg>
        <pc:spChg chg="add del mod ord">
          <ac:chgData name="Sravan Venigalla" userId="bf20c713a4e25e54" providerId="LiveId" clId="{128347AF-A65E-4D91-A427-38707CC029B9}" dt="2026-03-15T04:56:03.910" v="82" actId="700"/>
          <ac:spMkLst>
            <pc:docMk/>
            <pc:sldMk cId="3649414755" sldId="258"/>
            <ac:spMk id="5" creationId="{049672E4-8667-B57F-BC45-38318E8F0DD6}"/>
          </ac:spMkLst>
        </pc:spChg>
        <pc:spChg chg="add del mod ord">
          <ac:chgData name="Sravan Venigalla" userId="bf20c713a4e25e54" providerId="LiveId" clId="{128347AF-A65E-4D91-A427-38707CC029B9}" dt="2026-03-15T04:56:03.910" v="82" actId="700"/>
          <ac:spMkLst>
            <pc:docMk/>
            <pc:sldMk cId="3649414755" sldId="258"/>
            <ac:spMk id="6" creationId="{4208C606-6263-2B57-07BE-AE730961CD03}"/>
          </ac:spMkLst>
        </pc:spChg>
        <pc:spChg chg="add del mod ord">
          <ac:chgData name="Sravan Venigalla" userId="bf20c713a4e25e54" providerId="LiveId" clId="{128347AF-A65E-4D91-A427-38707CC029B9}" dt="2026-03-15T04:56:59.410" v="92"/>
          <ac:spMkLst>
            <pc:docMk/>
            <pc:sldMk cId="3649414755" sldId="258"/>
            <ac:spMk id="7" creationId="{D9C9C747-3F53-375B-393F-8BFCF69C4CA9}"/>
          </ac:spMkLst>
        </pc:spChg>
        <pc:spChg chg="add mod ord">
          <ac:chgData name="Sravan Venigalla" userId="bf20c713a4e25e54" providerId="LiveId" clId="{128347AF-A65E-4D91-A427-38707CC029B9}" dt="2026-03-15T05:45:06.813" v="491" actId="14100"/>
          <ac:spMkLst>
            <pc:docMk/>
            <pc:sldMk cId="3649414755" sldId="258"/>
            <ac:spMk id="8" creationId="{28BA8CC3-DA4C-69CC-4D79-A69C904744D6}"/>
          </ac:spMkLst>
        </pc:spChg>
        <pc:graphicFrameChg chg="add mod modGraphic">
          <ac:chgData name="Sravan Venigalla" userId="bf20c713a4e25e54" providerId="LiveId" clId="{128347AF-A65E-4D91-A427-38707CC029B9}" dt="2026-03-15T05:45:28.142" v="492" actId="1076"/>
          <ac:graphicFrameMkLst>
            <pc:docMk/>
            <pc:sldMk cId="3649414755" sldId="258"/>
            <ac:graphicFrameMk id="9" creationId="{DF5F37E1-63BE-E9BE-AC63-36B3675D46F8}"/>
          </ac:graphicFrameMkLst>
        </pc:graphicFrameChg>
      </pc:sldChg>
      <pc:sldChg chg="addSp delSp modSp new mod modClrScheme chgLayout">
        <pc:chgData name="Sravan Venigalla" userId="bf20c713a4e25e54" providerId="LiveId" clId="{128347AF-A65E-4D91-A427-38707CC029B9}" dt="2026-03-15T07:31:59.858" v="620" actId="313"/>
        <pc:sldMkLst>
          <pc:docMk/>
          <pc:sldMk cId="3097939514" sldId="259"/>
        </pc:sldMkLst>
        <pc:spChg chg="del mod ord">
          <ac:chgData name="Sravan Venigalla" userId="bf20c713a4e25e54" providerId="LiveId" clId="{128347AF-A65E-4D91-A427-38707CC029B9}" dt="2026-03-15T04:58:01.159" v="100" actId="700"/>
          <ac:spMkLst>
            <pc:docMk/>
            <pc:sldMk cId="3097939514" sldId="259"/>
            <ac:spMk id="2" creationId="{8605661E-C3CB-08F7-E608-2937B88F1958}"/>
          </ac:spMkLst>
        </pc:spChg>
        <pc:spChg chg="del mod ord">
          <ac:chgData name="Sravan Venigalla" userId="bf20c713a4e25e54" providerId="LiveId" clId="{128347AF-A65E-4D91-A427-38707CC029B9}" dt="2026-03-15T04:58:01.159" v="100" actId="700"/>
          <ac:spMkLst>
            <pc:docMk/>
            <pc:sldMk cId="3097939514" sldId="259"/>
            <ac:spMk id="3" creationId="{4A34913F-F748-3D18-5029-909A17E97218}"/>
          </ac:spMkLst>
        </pc:spChg>
        <pc:spChg chg="del">
          <ac:chgData name="Sravan Venigalla" userId="bf20c713a4e25e54" providerId="LiveId" clId="{128347AF-A65E-4D91-A427-38707CC029B9}" dt="2026-03-15T04:58:01.159" v="100" actId="700"/>
          <ac:spMkLst>
            <pc:docMk/>
            <pc:sldMk cId="3097939514" sldId="259"/>
            <ac:spMk id="4" creationId="{D6E64A9D-CACA-993F-E707-61FB55E5DF3B}"/>
          </ac:spMkLst>
        </pc:spChg>
        <pc:spChg chg="add mod ord">
          <ac:chgData name="Sravan Venigalla" userId="bf20c713a4e25e54" providerId="LiveId" clId="{128347AF-A65E-4D91-A427-38707CC029B9}" dt="2026-03-15T05:44:51.959" v="488" actId="1076"/>
          <ac:spMkLst>
            <pc:docMk/>
            <pc:sldMk cId="3097939514" sldId="259"/>
            <ac:spMk id="5" creationId="{4AE6A2F7-477E-033D-799C-1A702688522F}"/>
          </ac:spMkLst>
        </pc:spChg>
        <pc:spChg chg="add mod ord">
          <ac:chgData name="Sravan Venigalla" userId="bf20c713a4e25e54" providerId="LiveId" clId="{128347AF-A65E-4D91-A427-38707CC029B9}" dt="2026-03-15T07:31:59.858" v="620" actId="313"/>
          <ac:spMkLst>
            <pc:docMk/>
            <pc:sldMk cId="3097939514" sldId="259"/>
            <ac:spMk id="6" creationId="{C953553E-3E5C-9536-EBD3-4986FE915F8A}"/>
          </ac:spMkLst>
        </pc:spChg>
        <pc:spChg chg="add mod ord">
          <ac:chgData name="Sravan Venigalla" userId="bf20c713a4e25e54" providerId="LiveId" clId="{128347AF-A65E-4D91-A427-38707CC029B9}" dt="2026-03-15T05:44:47.190" v="487" actId="14100"/>
          <ac:spMkLst>
            <pc:docMk/>
            <pc:sldMk cId="3097939514" sldId="259"/>
            <ac:spMk id="7" creationId="{1550690A-1B1F-82A4-E3F5-A7254F0161DA}"/>
          </ac:spMkLst>
        </pc:spChg>
      </pc:sldChg>
      <pc:sldChg chg="addSp delSp modSp new mod modClrScheme chgLayout">
        <pc:chgData name="Sravan Venigalla" userId="bf20c713a4e25e54" providerId="LiveId" clId="{128347AF-A65E-4D91-A427-38707CC029B9}" dt="2026-03-15T05:21:41.296" v="243" actId="1076"/>
        <pc:sldMkLst>
          <pc:docMk/>
          <pc:sldMk cId="924095907" sldId="260"/>
        </pc:sldMkLst>
        <pc:spChg chg="add del mod ord">
          <ac:chgData name="Sravan Venigalla" userId="bf20c713a4e25e54" providerId="LiveId" clId="{128347AF-A65E-4D91-A427-38707CC029B9}" dt="2026-03-15T05:01:36.870" v="139" actId="700"/>
          <ac:spMkLst>
            <pc:docMk/>
            <pc:sldMk cId="924095907" sldId="260"/>
            <ac:spMk id="2" creationId="{E459CE3A-4FD9-E38C-BC1C-10B73A6C9247}"/>
          </ac:spMkLst>
        </pc:spChg>
        <pc:spChg chg="add del mod ord">
          <ac:chgData name="Sravan Venigalla" userId="bf20c713a4e25e54" providerId="LiveId" clId="{128347AF-A65E-4D91-A427-38707CC029B9}" dt="2026-03-15T05:01:36.870" v="139" actId="700"/>
          <ac:spMkLst>
            <pc:docMk/>
            <pc:sldMk cId="924095907" sldId="260"/>
            <ac:spMk id="3" creationId="{99314430-F9C9-4E5C-C816-3F83E2C0F802}"/>
          </ac:spMkLst>
        </pc:spChg>
        <pc:spChg chg="add del mod ord">
          <ac:chgData name="Sravan Venigalla" userId="bf20c713a4e25e54" providerId="LiveId" clId="{128347AF-A65E-4D91-A427-38707CC029B9}" dt="2026-03-15T05:01:36.870" v="139" actId="700"/>
          <ac:spMkLst>
            <pc:docMk/>
            <pc:sldMk cId="924095907" sldId="260"/>
            <ac:spMk id="4" creationId="{EF272302-CAFD-3EE9-BCD4-C2B7E46F1AF1}"/>
          </ac:spMkLst>
        </pc:spChg>
        <pc:spChg chg="add del mod ord">
          <ac:chgData name="Sravan Venigalla" userId="bf20c713a4e25e54" providerId="LiveId" clId="{128347AF-A65E-4D91-A427-38707CC029B9}" dt="2026-03-15T05:01:32.187" v="138" actId="700"/>
          <ac:spMkLst>
            <pc:docMk/>
            <pc:sldMk cId="924095907" sldId="260"/>
            <ac:spMk id="5" creationId="{07C08644-AE26-8673-3972-0BC304A2B273}"/>
          </ac:spMkLst>
        </pc:spChg>
        <pc:spChg chg="add del mod ord">
          <ac:chgData name="Sravan Venigalla" userId="bf20c713a4e25e54" providerId="LiveId" clId="{128347AF-A65E-4D91-A427-38707CC029B9}" dt="2026-03-15T05:01:32.187" v="138" actId="700"/>
          <ac:spMkLst>
            <pc:docMk/>
            <pc:sldMk cId="924095907" sldId="260"/>
            <ac:spMk id="6" creationId="{E020330B-2FF4-A156-F3E7-7A651912AB03}"/>
          </ac:spMkLst>
        </pc:spChg>
        <pc:spChg chg="add del mod ord">
          <ac:chgData name="Sravan Venigalla" userId="bf20c713a4e25e54" providerId="LiveId" clId="{128347AF-A65E-4D91-A427-38707CC029B9}" dt="2026-03-15T05:01:32.187" v="138" actId="700"/>
          <ac:spMkLst>
            <pc:docMk/>
            <pc:sldMk cId="924095907" sldId="260"/>
            <ac:spMk id="7" creationId="{6BE6BA4C-D819-E32F-18CD-093D30D3A096}"/>
          </ac:spMkLst>
        </pc:spChg>
        <pc:spChg chg="add del mod ord">
          <ac:chgData name="Sravan Venigalla" userId="bf20c713a4e25e54" providerId="LiveId" clId="{128347AF-A65E-4D91-A427-38707CC029B9}" dt="2026-03-15T05:01:32.187" v="138" actId="700"/>
          <ac:spMkLst>
            <pc:docMk/>
            <pc:sldMk cId="924095907" sldId="260"/>
            <ac:spMk id="8" creationId="{21672326-F794-39CD-E145-D2553AAA5E27}"/>
          </ac:spMkLst>
        </pc:spChg>
        <pc:spChg chg="add del mod ord">
          <ac:chgData name="Sravan Venigalla" userId="bf20c713a4e25e54" providerId="LiveId" clId="{128347AF-A65E-4D91-A427-38707CC029B9}" dt="2026-03-15T05:01:32.187" v="138" actId="700"/>
          <ac:spMkLst>
            <pc:docMk/>
            <pc:sldMk cId="924095907" sldId="260"/>
            <ac:spMk id="9" creationId="{ECE7D008-0C5F-63C7-DAE3-D3DDA4D37D8C}"/>
          </ac:spMkLst>
        </pc:spChg>
        <pc:spChg chg="add del mod ord">
          <ac:chgData name="Sravan Venigalla" userId="bf20c713a4e25e54" providerId="LiveId" clId="{128347AF-A65E-4D91-A427-38707CC029B9}" dt="2026-03-15T05:20:02.862" v="217"/>
          <ac:spMkLst>
            <pc:docMk/>
            <pc:sldMk cId="924095907" sldId="260"/>
            <ac:spMk id="10" creationId="{1A5EC086-643D-E424-B6CF-461973F8B28E}"/>
          </ac:spMkLst>
        </pc:spChg>
        <pc:spChg chg="add del mod ord">
          <ac:chgData name="Sravan Venigalla" userId="bf20c713a4e25e54" providerId="LiveId" clId="{128347AF-A65E-4D91-A427-38707CC029B9}" dt="2026-03-15T05:17:30.294" v="172" actId="931"/>
          <ac:spMkLst>
            <pc:docMk/>
            <pc:sldMk cId="924095907" sldId="260"/>
            <ac:spMk id="11" creationId="{0E7EB4E6-6633-48C6-42F1-5B4F6A7303FE}"/>
          </ac:spMkLst>
        </pc:spChg>
        <pc:spChg chg="add del mod ord">
          <ac:chgData name="Sravan Venigalla" userId="bf20c713a4e25e54" providerId="LiveId" clId="{128347AF-A65E-4D91-A427-38707CC029B9}" dt="2026-03-15T05:21:41.296" v="243" actId="1076"/>
          <ac:spMkLst>
            <pc:docMk/>
            <pc:sldMk cId="924095907" sldId="260"/>
            <ac:spMk id="12" creationId="{C4EA5581-D583-42FA-C3E5-E5A40E7E08F3}"/>
          </ac:spMkLst>
        </pc:spChg>
        <pc:picChg chg="add del mod ord">
          <ac:chgData name="Sravan Venigalla" userId="bf20c713a4e25e54" providerId="LiveId" clId="{128347AF-A65E-4D91-A427-38707CC029B9}" dt="2026-03-15T05:17:18.156" v="171" actId="931"/>
          <ac:picMkLst>
            <pc:docMk/>
            <pc:sldMk cId="924095907" sldId="260"/>
            <ac:picMk id="14" creationId="{8244AFBF-E444-4BF9-E2F7-1B49A1D2D703}"/>
          </ac:picMkLst>
        </pc:picChg>
        <pc:picChg chg="add del mod ord">
          <ac:chgData name="Sravan Venigalla" userId="bf20c713a4e25e54" providerId="LiveId" clId="{128347AF-A65E-4D91-A427-38707CC029B9}" dt="2026-03-15T05:17:18.156" v="171" actId="931"/>
          <ac:picMkLst>
            <pc:docMk/>
            <pc:sldMk cId="924095907" sldId="260"/>
            <ac:picMk id="16" creationId="{AC190E45-3061-EAC2-70B1-18B7ED7EE996}"/>
          </ac:picMkLst>
        </pc:picChg>
        <pc:picChg chg="add mod ord">
          <ac:chgData name="Sravan Venigalla" userId="bf20c713a4e25e54" providerId="LiveId" clId="{128347AF-A65E-4D91-A427-38707CC029B9}" dt="2026-03-15T05:21:34.445" v="242" actId="1076"/>
          <ac:picMkLst>
            <pc:docMk/>
            <pc:sldMk cId="924095907" sldId="260"/>
            <ac:picMk id="18" creationId="{19A30946-E1F1-14A0-BF8A-03A303AC3634}"/>
          </ac:picMkLst>
        </pc:picChg>
        <pc:picChg chg="add mod">
          <ac:chgData name="Sravan Venigalla" userId="bf20c713a4e25e54" providerId="LiveId" clId="{128347AF-A65E-4D91-A427-38707CC029B9}" dt="2026-03-15T05:21:30.265" v="241" actId="1076"/>
          <ac:picMkLst>
            <pc:docMk/>
            <pc:sldMk cId="924095907" sldId="260"/>
            <ac:picMk id="20" creationId="{96E6DC77-B428-7199-A2DE-D0A0374622B4}"/>
          </ac:picMkLst>
        </pc:picChg>
      </pc:sldChg>
      <pc:sldChg chg="addSp delSp modSp new mod">
        <pc:chgData name="Sravan Venigalla" userId="bf20c713a4e25e54" providerId="LiveId" clId="{128347AF-A65E-4D91-A427-38707CC029B9}" dt="2026-03-15T05:33:26.465" v="398" actId="255"/>
        <pc:sldMkLst>
          <pc:docMk/>
          <pc:sldMk cId="2624957726" sldId="261"/>
        </pc:sldMkLst>
        <pc:spChg chg="mod">
          <ac:chgData name="Sravan Venigalla" userId="bf20c713a4e25e54" providerId="LiveId" clId="{128347AF-A65E-4D91-A427-38707CC029B9}" dt="2026-03-15T05:27:06.961" v="272" actId="20577"/>
          <ac:spMkLst>
            <pc:docMk/>
            <pc:sldMk cId="2624957726" sldId="261"/>
            <ac:spMk id="2" creationId="{A2BE36EC-982A-BC3A-4573-F2E63B5DED22}"/>
          </ac:spMkLst>
        </pc:spChg>
        <pc:spChg chg="del">
          <ac:chgData name="Sravan Venigalla" userId="bf20c713a4e25e54" providerId="LiveId" clId="{128347AF-A65E-4D91-A427-38707CC029B9}" dt="2026-03-15T05:24:52.245" v="251" actId="931"/>
          <ac:spMkLst>
            <pc:docMk/>
            <pc:sldMk cId="2624957726" sldId="261"/>
            <ac:spMk id="3" creationId="{1EB82275-879C-72B7-7A22-B49EA836827F}"/>
          </ac:spMkLst>
        </pc:spChg>
        <pc:spChg chg="mod">
          <ac:chgData name="Sravan Venigalla" userId="bf20c713a4e25e54" providerId="LiveId" clId="{128347AF-A65E-4D91-A427-38707CC029B9}" dt="2026-03-15T05:33:26.465" v="398" actId="255"/>
          <ac:spMkLst>
            <pc:docMk/>
            <pc:sldMk cId="2624957726" sldId="261"/>
            <ac:spMk id="4" creationId="{E75BA560-81C9-AD14-738D-AE9A6DB360BA}"/>
          </ac:spMkLst>
        </pc:spChg>
        <pc:spChg chg="add del mod">
          <ac:chgData name="Sravan Venigalla" userId="bf20c713a4e25e54" providerId="LiveId" clId="{128347AF-A65E-4D91-A427-38707CC029B9}" dt="2026-03-15T05:25:59.580" v="255" actId="931"/>
          <ac:spMkLst>
            <pc:docMk/>
            <pc:sldMk cId="2624957726" sldId="261"/>
            <ac:spMk id="8" creationId="{FA8E3134-A8CD-3D04-691C-CCDF97C7A6D1}"/>
          </ac:spMkLst>
        </pc:spChg>
        <pc:picChg chg="add del mod ord">
          <ac:chgData name="Sravan Venigalla" userId="bf20c713a4e25e54" providerId="LiveId" clId="{128347AF-A65E-4D91-A427-38707CC029B9}" dt="2026-03-15T05:25:54.748" v="254" actId="478"/>
          <ac:picMkLst>
            <pc:docMk/>
            <pc:sldMk cId="2624957726" sldId="261"/>
            <ac:picMk id="6" creationId="{1AE6A20B-05BE-6B0D-9770-D43C25286F7C}"/>
          </ac:picMkLst>
        </pc:picChg>
        <pc:picChg chg="add mod ord">
          <ac:chgData name="Sravan Venigalla" userId="bf20c713a4e25e54" providerId="LiveId" clId="{128347AF-A65E-4D91-A427-38707CC029B9}" dt="2026-03-15T05:29:22.366" v="326" actId="14100"/>
          <ac:picMkLst>
            <pc:docMk/>
            <pc:sldMk cId="2624957726" sldId="261"/>
            <ac:picMk id="10" creationId="{D3825220-AD48-7E08-D859-7CDE833CDC2F}"/>
          </ac:picMkLst>
        </pc:picChg>
      </pc:sldChg>
      <pc:sldChg chg="addSp delSp modSp new mod">
        <pc:chgData name="Sravan Venigalla" userId="bf20c713a4e25e54" providerId="LiveId" clId="{128347AF-A65E-4D91-A427-38707CC029B9}" dt="2026-03-15T05:33:01.068" v="396" actId="27636"/>
        <pc:sldMkLst>
          <pc:docMk/>
          <pc:sldMk cId="1297630795" sldId="262"/>
        </pc:sldMkLst>
        <pc:spChg chg="mod">
          <ac:chgData name="Sravan Venigalla" userId="bf20c713a4e25e54" providerId="LiveId" clId="{128347AF-A65E-4D91-A427-38707CC029B9}" dt="2026-03-15T05:29:47.790" v="333" actId="20577"/>
          <ac:spMkLst>
            <pc:docMk/>
            <pc:sldMk cId="1297630795" sldId="262"/>
            <ac:spMk id="2" creationId="{336C7BA9-7B33-77B2-1A55-F90682DC5646}"/>
          </ac:spMkLst>
        </pc:spChg>
        <pc:spChg chg="del">
          <ac:chgData name="Sravan Venigalla" userId="bf20c713a4e25e54" providerId="LiveId" clId="{128347AF-A65E-4D91-A427-38707CC029B9}" dt="2026-03-15T05:30:28.540" v="334" actId="931"/>
          <ac:spMkLst>
            <pc:docMk/>
            <pc:sldMk cId="1297630795" sldId="262"/>
            <ac:spMk id="3" creationId="{BA8D675A-205A-5463-9B39-01FCDF77C038}"/>
          </ac:spMkLst>
        </pc:spChg>
        <pc:spChg chg="add del mod">
          <ac:chgData name="Sravan Venigalla" userId="bf20c713a4e25e54" providerId="LiveId" clId="{128347AF-A65E-4D91-A427-38707CC029B9}" dt="2026-03-15T05:33:01.068" v="396" actId="27636"/>
          <ac:spMkLst>
            <pc:docMk/>
            <pc:sldMk cId="1297630795" sldId="262"/>
            <ac:spMk id="4" creationId="{2A11C2CA-3856-A445-89FD-9EF6D250DF04}"/>
          </ac:spMkLst>
        </pc:spChg>
        <pc:picChg chg="add mod ord">
          <ac:chgData name="Sravan Venigalla" userId="bf20c713a4e25e54" providerId="LiveId" clId="{128347AF-A65E-4D91-A427-38707CC029B9}" dt="2026-03-15T05:32:44.017" v="387" actId="1076"/>
          <ac:picMkLst>
            <pc:docMk/>
            <pc:sldMk cId="1297630795" sldId="262"/>
            <ac:picMk id="6" creationId="{EF261719-17C8-0CFD-BF58-23F1D25D2F02}"/>
          </ac:picMkLst>
        </pc:picChg>
        <pc:picChg chg="add del mod ord">
          <ac:chgData name="Sravan Venigalla" userId="bf20c713a4e25e54" providerId="LiveId" clId="{128347AF-A65E-4D91-A427-38707CC029B9}" dt="2026-03-15T05:30:45.943" v="339" actId="931"/>
          <ac:picMkLst>
            <pc:docMk/>
            <pc:sldMk cId="1297630795" sldId="262"/>
            <ac:picMk id="8" creationId="{520AE616-40B6-7270-37EF-A3BD5F4F0BD4}"/>
          </ac:picMkLst>
        </pc:picChg>
        <pc:picChg chg="add mod">
          <ac:chgData name="Sravan Venigalla" userId="bf20c713a4e25e54" providerId="LiveId" clId="{128347AF-A65E-4D91-A427-38707CC029B9}" dt="2026-03-15T05:32:41.807" v="386" actId="1076"/>
          <ac:picMkLst>
            <pc:docMk/>
            <pc:sldMk cId="1297630795" sldId="262"/>
            <ac:picMk id="10" creationId="{300E7C5B-7046-6E3D-C75F-A7C2DF47897D}"/>
          </ac:picMkLst>
        </pc:picChg>
      </pc:sldChg>
      <pc:sldChg chg="addSp delSp modSp new mod">
        <pc:chgData name="Sravan Venigalla" userId="bf20c713a4e25e54" providerId="LiveId" clId="{128347AF-A65E-4D91-A427-38707CC029B9}" dt="2026-03-15T05:38:03.268" v="480" actId="27636"/>
        <pc:sldMkLst>
          <pc:docMk/>
          <pc:sldMk cId="898175860" sldId="263"/>
        </pc:sldMkLst>
        <pc:spChg chg="mod">
          <ac:chgData name="Sravan Venigalla" userId="bf20c713a4e25e54" providerId="LiveId" clId="{128347AF-A65E-4D91-A427-38707CC029B9}" dt="2026-03-15T05:33:44.523" v="401" actId="20577"/>
          <ac:spMkLst>
            <pc:docMk/>
            <pc:sldMk cId="898175860" sldId="263"/>
            <ac:spMk id="2" creationId="{D51BCE92-772C-0621-A54F-18024E19B4D6}"/>
          </ac:spMkLst>
        </pc:spChg>
        <pc:spChg chg="del mod">
          <ac:chgData name="Sravan Venigalla" userId="bf20c713a4e25e54" providerId="LiveId" clId="{128347AF-A65E-4D91-A427-38707CC029B9}" dt="2026-03-15T05:37:18.209" v="468" actId="931"/>
          <ac:spMkLst>
            <pc:docMk/>
            <pc:sldMk cId="898175860" sldId="263"/>
            <ac:spMk id="3" creationId="{C139F075-4BE9-3531-7946-D6ABB0F4ADFB}"/>
          </ac:spMkLst>
        </pc:spChg>
        <pc:spChg chg="mod">
          <ac:chgData name="Sravan Venigalla" userId="bf20c713a4e25e54" providerId="LiveId" clId="{128347AF-A65E-4D91-A427-38707CC029B9}" dt="2026-03-15T05:38:03.268" v="480" actId="27636"/>
          <ac:spMkLst>
            <pc:docMk/>
            <pc:sldMk cId="898175860" sldId="263"/>
            <ac:spMk id="4" creationId="{91414A40-F76D-F23C-1518-F5A81A4B44F1}"/>
          </ac:spMkLst>
        </pc:spChg>
        <pc:picChg chg="add mod ord">
          <ac:chgData name="Sravan Venigalla" userId="bf20c713a4e25e54" providerId="LiveId" clId="{128347AF-A65E-4D91-A427-38707CC029B9}" dt="2026-03-15T05:37:35.113" v="473" actId="14100"/>
          <ac:picMkLst>
            <pc:docMk/>
            <pc:sldMk cId="898175860" sldId="263"/>
            <ac:picMk id="6" creationId="{7BF58B61-3B6D-B286-C75C-EDD0263D39AA}"/>
          </ac:picMkLst>
        </pc:picChg>
        <pc:picChg chg="add mod">
          <ac:chgData name="Sravan Venigalla" userId="bf20c713a4e25e54" providerId="LiveId" clId="{128347AF-A65E-4D91-A427-38707CC029B9}" dt="2026-03-15T05:37:55.568" v="478" actId="14100"/>
          <ac:picMkLst>
            <pc:docMk/>
            <pc:sldMk cId="898175860" sldId="263"/>
            <ac:picMk id="8" creationId="{CF93EE08-0923-B9E4-C6B3-8EA1AEFD0466}"/>
          </ac:picMkLst>
        </pc:picChg>
      </pc:sldChg>
      <pc:sldChg chg="addSp delSp modSp new mod modClrScheme chgLayout">
        <pc:chgData name="Sravan Venigalla" userId="bf20c713a4e25e54" providerId="LiveId" clId="{128347AF-A65E-4D91-A427-38707CC029B9}" dt="2026-03-15T05:48:58.100" v="517" actId="255"/>
        <pc:sldMkLst>
          <pc:docMk/>
          <pc:sldMk cId="4293818476" sldId="264"/>
        </pc:sldMkLst>
        <pc:spChg chg="mod ord">
          <ac:chgData name="Sravan Venigalla" userId="bf20c713a4e25e54" providerId="LiveId" clId="{128347AF-A65E-4D91-A427-38707CC029B9}" dt="2026-03-15T05:44:24.039" v="486" actId="700"/>
          <ac:spMkLst>
            <pc:docMk/>
            <pc:sldMk cId="4293818476" sldId="264"/>
            <ac:spMk id="2" creationId="{5E363B8D-254F-B30D-2CBB-1D0B0DBC8A9D}"/>
          </ac:spMkLst>
        </pc:spChg>
        <pc:spChg chg="del mod ord">
          <ac:chgData name="Sravan Venigalla" userId="bf20c713a4e25e54" providerId="LiveId" clId="{128347AF-A65E-4D91-A427-38707CC029B9}" dt="2026-03-15T05:41:40.309" v="485" actId="700"/>
          <ac:spMkLst>
            <pc:docMk/>
            <pc:sldMk cId="4293818476" sldId="264"/>
            <ac:spMk id="3" creationId="{BE6CE677-5A52-7270-5E9C-22EDD2B9D90B}"/>
          </ac:spMkLst>
        </pc:spChg>
        <pc:spChg chg="del mod ord">
          <ac:chgData name="Sravan Venigalla" userId="bf20c713a4e25e54" providerId="LiveId" clId="{128347AF-A65E-4D91-A427-38707CC029B9}" dt="2026-03-15T05:41:40.309" v="485" actId="700"/>
          <ac:spMkLst>
            <pc:docMk/>
            <pc:sldMk cId="4293818476" sldId="264"/>
            <ac:spMk id="4" creationId="{91973F35-481E-D04E-BA73-87EF6E5E7785}"/>
          </ac:spMkLst>
        </pc:spChg>
        <pc:spChg chg="add del mod ord">
          <ac:chgData name="Sravan Venigalla" userId="bf20c713a4e25e54" providerId="LiveId" clId="{128347AF-A65E-4D91-A427-38707CC029B9}" dt="2026-03-15T05:44:24.039" v="486" actId="700"/>
          <ac:spMkLst>
            <pc:docMk/>
            <pc:sldMk cId="4293818476" sldId="264"/>
            <ac:spMk id="5" creationId="{7619ADBB-D168-1060-81DA-15C34F62E083}"/>
          </ac:spMkLst>
        </pc:spChg>
        <pc:spChg chg="add del mod ord">
          <ac:chgData name="Sravan Venigalla" userId="bf20c713a4e25e54" providerId="LiveId" clId="{128347AF-A65E-4D91-A427-38707CC029B9}" dt="2026-03-15T05:44:24.039" v="486" actId="700"/>
          <ac:spMkLst>
            <pc:docMk/>
            <pc:sldMk cId="4293818476" sldId="264"/>
            <ac:spMk id="6" creationId="{74FD4295-AE5E-46EB-7DDD-D33D43C21A83}"/>
          </ac:spMkLst>
        </pc:spChg>
        <pc:spChg chg="add mod ord">
          <ac:chgData name="Sravan Venigalla" userId="bf20c713a4e25e54" providerId="LiveId" clId="{128347AF-A65E-4D91-A427-38707CC029B9}" dt="2026-03-15T05:48:58.100" v="517" actId="255"/>
          <ac:spMkLst>
            <pc:docMk/>
            <pc:sldMk cId="4293818476" sldId="264"/>
            <ac:spMk id="7" creationId="{C2F2155E-CF02-EBC4-7BF8-081E6050E50C}"/>
          </ac:spMkLst>
        </pc:spChg>
      </pc:sldChg>
      <pc:sldChg chg="addSp delSp modSp new mod modClrScheme chgLayout">
        <pc:chgData name="Sravan Venigalla" userId="bf20c713a4e25e54" providerId="LiveId" clId="{128347AF-A65E-4D91-A427-38707CC029B9}" dt="2026-03-15T05:56:38.511" v="614" actId="1076"/>
        <pc:sldMkLst>
          <pc:docMk/>
          <pc:sldMk cId="69033629" sldId="265"/>
        </pc:sldMkLst>
        <pc:spChg chg="del mod ord">
          <ac:chgData name="Sravan Venigalla" userId="bf20c713a4e25e54" providerId="LiveId" clId="{128347AF-A65E-4D91-A427-38707CC029B9}" dt="2026-03-15T05:55:04.314" v="564" actId="700"/>
          <ac:spMkLst>
            <pc:docMk/>
            <pc:sldMk cId="69033629" sldId="265"/>
            <ac:spMk id="2" creationId="{FF6EDB71-E509-B75F-92B0-3372BAC10EA9}"/>
          </ac:spMkLst>
        </pc:spChg>
        <pc:spChg chg="del mod ord">
          <ac:chgData name="Sravan Venigalla" userId="bf20c713a4e25e54" providerId="LiveId" clId="{128347AF-A65E-4D91-A427-38707CC029B9}" dt="2026-03-15T05:55:04.314" v="564" actId="700"/>
          <ac:spMkLst>
            <pc:docMk/>
            <pc:sldMk cId="69033629" sldId="265"/>
            <ac:spMk id="3" creationId="{71A06AEA-3C15-A659-1207-623C6168F8E1}"/>
          </ac:spMkLst>
        </pc:spChg>
        <pc:spChg chg="add mod ord">
          <ac:chgData name="Sravan Venigalla" userId="bf20c713a4e25e54" providerId="LiveId" clId="{128347AF-A65E-4D91-A427-38707CC029B9}" dt="2026-03-15T05:56:32.350" v="613" actId="1076"/>
          <ac:spMkLst>
            <pc:docMk/>
            <pc:sldMk cId="69033629" sldId="265"/>
            <ac:spMk id="4" creationId="{DA1799BA-7643-3397-0279-373E2C3F5A8C}"/>
          </ac:spMkLst>
        </pc:spChg>
        <pc:spChg chg="add mod ord">
          <ac:chgData name="Sravan Venigalla" userId="bf20c713a4e25e54" providerId="LiveId" clId="{128347AF-A65E-4D91-A427-38707CC029B9}" dt="2026-03-15T05:56:38.511" v="614" actId="1076"/>
          <ac:spMkLst>
            <pc:docMk/>
            <pc:sldMk cId="69033629" sldId="265"/>
            <ac:spMk id="5" creationId="{8120CB21-34C3-D7F3-D322-E80166BE3753}"/>
          </ac:spMkLst>
        </pc:spChg>
      </pc:sldChg>
      <pc:sldChg chg="new del">
        <pc:chgData name="Sravan Venigalla" userId="bf20c713a4e25e54" providerId="LiveId" clId="{128347AF-A65E-4D91-A427-38707CC029B9}" dt="2026-03-15T07:32:31.263" v="622" actId="2696"/>
        <pc:sldMkLst>
          <pc:docMk/>
          <pc:sldMk cId="2245985435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39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8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55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42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35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4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55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55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75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89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0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13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36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484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043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81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9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31B5638-2A1B-45DE-931C-69F32AC2307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BDC972A-07CE-44AF-B5F6-8A6795192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0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5255-5D7C-ADF0-31E1-E38089FFC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842" y="709159"/>
            <a:ext cx="8948897" cy="2386126"/>
          </a:xfrm>
        </p:spPr>
        <p:txBody>
          <a:bodyPr>
            <a:normAutofit/>
          </a:bodyPr>
          <a:lstStyle/>
          <a:p>
            <a:r>
              <a:rPr lang="en-US" sz="4000" b="1" dirty="0"/>
              <a:t>Exploratory Data Analysis of City Car-Sharing Rentals</a:t>
            </a:r>
            <a:br>
              <a:rPr lang="en-US" sz="4000" b="1" dirty="0"/>
            </a:br>
            <a:br>
              <a:rPr lang="en-US" sz="4000" dirty="0"/>
            </a:br>
            <a:r>
              <a:rPr lang="en-IN" sz="2400" dirty="0"/>
              <a:t>Operational Insights &amp; Charging Optimization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537F9A-D101-615E-32D7-36E975B601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9565" y="3293456"/>
            <a:ext cx="90320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Dataset: Car-sharing rental data (last 365 days)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Tools Used: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Python (Pandas, Matplotlib, Seaborn)</a:t>
            </a:r>
            <a:endParaRPr lang="en-US" altLang="en-US" cap="none" dirty="0">
              <a:solidFill>
                <a:schemeClr val="accent3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Tableau (Interactive dashboards)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SQL (Data Querying)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2FFE4-416C-AAE8-B29E-4C31E426B227}"/>
              </a:ext>
            </a:extLst>
          </p:cNvPr>
          <p:cNvSpPr txBox="1"/>
          <p:nvPr/>
        </p:nvSpPr>
        <p:spPr>
          <a:xfrm>
            <a:off x="7354957" y="4770783"/>
            <a:ext cx="3856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Prepared by: </a:t>
            </a:r>
            <a:r>
              <a:rPr lang="en-IN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Jenifer Henry Dominique</a:t>
            </a:r>
          </a:p>
        </p:txBody>
      </p:sp>
    </p:spTree>
    <p:extLst>
      <p:ext uri="{BB962C8B-B14F-4D97-AF65-F5344CB8AC3E}">
        <p14:creationId xmlns:p14="http://schemas.microsoft.com/office/powerpoint/2010/main" val="40049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C81B-263B-A3E9-13A3-E889CC3A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06" y="2126973"/>
            <a:ext cx="5532328" cy="833123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791F542-A4AA-1939-0675-76EFCAE87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183691" y="1143000"/>
            <a:ext cx="3227193" cy="4572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2B926-A193-9EA6-49E8-C85D644B3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400" dirty="0"/>
              <a:t>The goal of this analysis is to understand how vehicles are used in a city car-sharing system and identify opportunities to improve operational efficiency.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3FD4-3D3A-9543-BEDE-966F167A129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661334" y="1708150"/>
            <a:ext cx="2749550" cy="3441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Vehicle Rental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Battery Usage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Charging Station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Operational Decision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46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529A-0695-171B-B03E-C4820A72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772076"/>
            <a:ext cx="3273099" cy="1279237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Dataset Description</a:t>
            </a:r>
            <a:br>
              <a:rPr lang="en-IN" sz="3200" dirty="0"/>
            </a:br>
            <a:endParaRPr lang="en-IN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F5F37E1-63BE-E9BE-AC63-36B3675D4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460368"/>
              </p:ext>
            </p:extLst>
          </p:nvPr>
        </p:nvGraphicFramePr>
        <p:xfrm>
          <a:off x="5411236" y="1439097"/>
          <a:ext cx="6013450" cy="3624228"/>
        </p:xfrm>
        <a:graphic>
          <a:graphicData uri="http://schemas.openxmlformats.org/drawingml/2006/table">
            <a:tbl>
              <a:tblPr/>
              <a:tblGrid>
                <a:gridCol w="3006725">
                  <a:extLst>
                    <a:ext uri="{9D8B030D-6E8A-4147-A177-3AD203B41FA5}">
                      <a16:colId xmlns:a16="http://schemas.microsoft.com/office/drawing/2014/main" val="1524087556"/>
                    </a:ext>
                  </a:extLst>
                </a:gridCol>
                <a:gridCol w="3006725">
                  <a:extLst>
                    <a:ext uri="{9D8B030D-6E8A-4147-A177-3AD203B41FA5}">
                      <a16:colId xmlns:a16="http://schemas.microsoft.com/office/drawing/2014/main" val="2145304573"/>
                    </a:ext>
                  </a:extLst>
                </a:gridCol>
              </a:tblGrid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Column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Description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704768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VEHICLE_ID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Unique vehicle identifier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153349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MODEL_ID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Vehicle model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352507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STARTED_TIME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Rental start timestamp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894987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FINISHED_TIME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Rental end timestamp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966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CHARGELEVELSTART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Battery level at start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825170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CHARGELEVELEND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Battery level at end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21983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CHARGED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Vehicle was plugged into charger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613720"/>
                  </a:ext>
                </a:extLst>
              </a:tr>
              <a:tr h="22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SERVICERENTAL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Rental performed by service agent</a:t>
                      </a:r>
                    </a:p>
                  </a:txBody>
                  <a:tcPr marL="57252" marR="57252" marT="28626" marB="28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481694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BA8CC3-DA4C-69CC-4D79-A69C90474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506498" cy="2138459"/>
          </a:xfrm>
        </p:spPr>
        <p:txBody>
          <a:bodyPr>
            <a:normAutofit/>
          </a:bodyPr>
          <a:lstStyle/>
          <a:p>
            <a:r>
              <a:rPr lang="en-US" sz="2000" dirty="0"/>
              <a:t>The dataset contains rental records for vehicles used in a city car-sharing system.</a:t>
            </a:r>
          </a:p>
        </p:txBody>
      </p:sp>
    </p:spTree>
    <p:extLst>
      <p:ext uri="{BB962C8B-B14F-4D97-AF65-F5344CB8AC3E}">
        <p14:creationId xmlns:p14="http://schemas.microsoft.com/office/powerpoint/2010/main" val="364941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6A2F7-477E-033D-799C-1A702688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788" y="1162878"/>
            <a:ext cx="2716508" cy="1455829"/>
          </a:xfrm>
        </p:spPr>
        <p:txBody>
          <a:bodyPr>
            <a:normAutofit/>
          </a:bodyPr>
          <a:lstStyle/>
          <a:p>
            <a:r>
              <a:rPr lang="en-IN" sz="3200" dirty="0"/>
              <a:t>Analytical Approach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3553E-3E5C-9536-EBD3-4986FE91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1️⃣ Fleet Utilization Analysis</a:t>
            </a:r>
            <a:endParaRPr lang="en-IN" dirty="0"/>
          </a:p>
          <a:p>
            <a:r>
              <a:rPr lang="en-IN" dirty="0"/>
              <a:t>Identify peak rental periods</a:t>
            </a:r>
          </a:p>
          <a:p>
            <a:r>
              <a:rPr lang="en-IN" dirty="0"/>
              <a:t>Understand demand patterns</a:t>
            </a:r>
          </a:p>
          <a:p>
            <a:pPr marL="0" indent="0">
              <a:buNone/>
            </a:pPr>
            <a:r>
              <a:rPr lang="en-IN" b="1" dirty="0"/>
              <a:t>2️⃣ Battery Behaviour Analysis</a:t>
            </a:r>
            <a:endParaRPr lang="en-IN" dirty="0"/>
          </a:p>
          <a:p>
            <a:r>
              <a:rPr lang="en-IN" dirty="0"/>
              <a:t>Study battery levels at rental start</a:t>
            </a:r>
          </a:p>
          <a:p>
            <a:r>
              <a:rPr lang="en-IN" dirty="0"/>
              <a:t>Understand customer battery preferences</a:t>
            </a:r>
          </a:p>
          <a:p>
            <a:pPr marL="0" indent="0">
              <a:buNone/>
            </a:pPr>
            <a:r>
              <a:rPr lang="en-IN" b="1" dirty="0"/>
              <a:t>3️⃣ Charging Optimization</a:t>
            </a:r>
            <a:endParaRPr lang="en-IN" dirty="0"/>
          </a:p>
          <a:p>
            <a:r>
              <a:rPr lang="en-IN" dirty="0"/>
              <a:t>Analyse charging events</a:t>
            </a:r>
          </a:p>
          <a:p>
            <a:r>
              <a:rPr lang="en-IN" dirty="0"/>
              <a:t>Detect charging interruptions</a:t>
            </a:r>
          </a:p>
          <a:p>
            <a:r>
              <a:rPr lang="en-IN" dirty="0"/>
              <a:t>Evaluate service agent interventions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50690A-1B1F-82A4-E3F5-A7254F016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66742" cy="2895599"/>
          </a:xfrm>
        </p:spPr>
        <p:txBody>
          <a:bodyPr>
            <a:normAutofit/>
          </a:bodyPr>
          <a:lstStyle/>
          <a:p>
            <a:r>
              <a:rPr lang="en-US" sz="2400" dirty="0"/>
              <a:t>The analysis was conducted in three main stages:</a:t>
            </a:r>
          </a:p>
        </p:txBody>
      </p:sp>
    </p:spTree>
    <p:extLst>
      <p:ext uri="{BB962C8B-B14F-4D97-AF65-F5344CB8AC3E}">
        <p14:creationId xmlns:p14="http://schemas.microsoft.com/office/powerpoint/2010/main" val="309793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A5EC086-643D-E424-B6CF-461973F8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Fleet Utilization Patterns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9A30946-E1F1-14A0-BF8A-03A303AC36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6" y="2092875"/>
            <a:ext cx="4645152" cy="2081641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4EA5581-D583-42FA-C3E5-E5A40E7E0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385091"/>
            <a:ext cx="4645152" cy="412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Findings</a:t>
            </a:r>
          </a:p>
          <a:p>
            <a:r>
              <a:rPr lang="en-US" dirty="0"/>
              <a:t>Rental activity varies significantly across </a:t>
            </a:r>
            <a:r>
              <a:rPr lang="en-US" b="1" dirty="0"/>
              <a:t>days of the week</a:t>
            </a:r>
            <a:r>
              <a:rPr lang="en-US" dirty="0"/>
              <a:t>.</a:t>
            </a:r>
          </a:p>
          <a:p>
            <a:r>
              <a:rPr lang="en-US" dirty="0"/>
              <a:t>Customer rentals and service rentals show </a:t>
            </a:r>
            <a:r>
              <a:rPr lang="en-US" b="1" dirty="0"/>
              <a:t>different usage patterns</a:t>
            </a:r>
            <a:r>
              <a:rPr lang="en-US" dirty="0"/>
              <a:t>.</a:t>
            </a:r>
          </a:p>
          <a:p>
            <a:r>
              <a:rPr lang="en-US" dirty="0"/>
              <a:t>Monthly rental trends reveal </a:t>
            </a:r>
            <a:r>
              <a:rPr lang="en-US" b="1" dirty="0"/>
              <a:t>seasonal variations in demand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400" b="1" dirty="0"/>
              <a:t>Insight</a:t>
            </a:r>
            <a:endParaRPr lang="en-US" sz="2400" dirty="0"/>
          </a:p>
          <a:p>
            <a:r>
              <a:rPr lang="en-US" dirty="0"/>
              <a:t>Understanding peak demand periods can help optimize </a:t>
            </a:r>
            <a:r>
              <a:rPr lang="en-US" b="1" dirty="0"/>
              <a:t>vehicle distribution and availability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E6DC77-B428-7199-A2DE-D0A037462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6" y="4586759"/>
            <a:ext cx="4645152" cy="210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9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36EC-982A-BC3A-4573-F2E63B5D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Battery Preferences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BA560-81C9-AD14-738D-AE9A6DB36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499"/>
            <a:ext cx="5423522" cy="4015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Findings</a:t>
            </a:r>
          </a:p>
          <a:p>
            <a:r>
              <a:rPr lang="en-US" dirty="0"/>
              <a:t>Customers tend to rent vehicles with </a:t>
            </a:r>
            <a:r>
              <a:rPr lang="en-US" b="1" dirty="0"/>
              <a:t>moderate battery levels</a:t>
            </a:r>
            <a:r>
              <a:rPr lang="en-US" dirty="0"/>
              <a:t>.</a:t>
            </a:r>
          </a:p>
          <a:p>
            <a:r>
              <a:rPr lang="en-US" dirty="0"/>
              <a:t>Rentals are less frequent at </a:t>
            </a:r>
            <a:r>
              <a:rPr lang="en-US" b="1" dirty="0"/>
              <a:t>very low battery levels</a:t>
            </a:r>
          </a:p>
          <a:p>
            <a:pPr marL="0" indent="0">
              <a:buNone/>
            </a:pPr>
            <a:r>
              <a:rPr lang="en-US" sz="2200" b="1" dirty="0"/>
              <a:t>Insight</a:t>
            </a:r>
          </a:p>
          <a:p>
            <a:r>
              <a:rPr lang="en-US" dirty="0"/>
              <a:t>Battery availability influences </a:t>
            </a:r>
            <a:r>
              <a:rPr lang="en-US" b="1" dirty="0"/>
              <a:t>customer rental decisions</a:t>
            </a:r>
            <a:r>
              <a:rPr lang="en-US" dirty="0"/>
              <a:t>.</a:t>
            </a:r>
          </a:p>
          <a:p>
            <a:r>
              <a:rPr lang="en-US" dirty="0"/>
              <a:t>Maintaining vehicles within preferred battery ranges improves </a:t>
            </a:r>
            <a:r>
              <a:rPr lang="en-US" b="1" dirty="0"/>
              <a:t>fleet usability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825220-AD48-7E08-D859-7CDE833CDC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2" y="2603500"/>
            <a:ext cx="5423522" cy="401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7BA9-7B33-77B2-1A55-F90682DC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Charging Events and Interruptions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261719-17C8-0CFD-BF58-23F1D25D2F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28" y="2519294"/>
            <a:ext cx="2130074" cy="396669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1C2CA-3856-A445-89FD-9EF6D250D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5032445" cy="3807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Findings</a:t>
            </a:r>
          </a:p>
          <a:p>
            <a:r>
              <a:rPr lang="en-US" dirty="0"/>
              <a:t>Charging interruptions occur when:</a:t>
            </a:r>
          </a:p>
          <a:p>
            <a:r>
              <a:rPr lang="en-US" dirty="0"/>
              <a:t>Vehicle is plugged into a charger but </a:t>
            </a:r>
            <a:r>
              <a:rPr lang="en-US" b="1" dirty="0"/>
              <a:t>does not reach 100% battery</a:t>
            </a:r>
            <a:r>
              <a:rPr lang="en-US" dirty="0"/>
              <a:t>.</a:t>
            </a:r>
          </a:p>
          <a:p>
            <a:r>
              <a:rPr lang="en-US" dirty="0"/>
              <a:t>Customers rent the vehicle before charging completes.</a:t>
            </a:r>
          </a:p>
          <a:p>
            <a:pPr marL="0" indent="0">
              <a:buNone/>
            </a:pPr>
            <a:r>
              <a:rPr lang="en-US" sz="2200" b="1" dirty="0"/>
              <a:t>Insight</a:t>
            </a:r>
          </a:p>
          <a:p>
            <a:r>
              <a:rPr lang="en-IN" dirty="0"/>
              <a:t>Charging interruptions indicate </a:t>
            </a:r>
            <a:r>
              <a:rPr lang="en-IN" b="1" dirty="0"/>
              <a:t>high vehicle demand but inefficient charging usage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0E7C5B-7046-6E3D-C75F-A7C2DF478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270" y="2519294"/>
            <a:ext cx="2130074" cy="397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30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CE92-772C-0621-A54F-18024E19B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Charging Efficiency &amp; Operational Interventions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F58B61-3B6D-B286-C75C-EDD0263D39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6" y="2603500"/>
            <a:ext cx="3493004" cy="38271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14A40-F76D-F23C-1518-F5A81A4B4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827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Findings</a:t>
            </a:r>
          </a:p>
          <a:p>
            <a:r>
              <a:rPr lang="en-US" dirty="0"/>
              <a:t>Some vehicles frequently reach </a:t>
            </a:r>
            <a:r>
              <a:rPr lang="en-US" b="1" dirty="0"/>
              <a:t>full charge</a:t>
            </a:r>
            <a:r>
              <a:rPr lang="en-US" dirty="0"/>
              <a:t>, occupying charging stations longer.</a:t>
            </a:r>
          </a:p>
          <a:p>
            <a:r>
              <a:rPr lang="en-US" dirty="0"/>
              <a:t>Service rentals represent </a:t>
            </a:r>
            <a:r>
              <a:rPr lang="en-US" b="1" dirty="0"/>
              <a:t>operational activities such as vehicle relocation and charging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200" b="1" dirty="0"/>
              <a:t>Insight</a:t>
            </a:r>
          </a:p>
          <a:p>
            <a:r>
              <a:rPr lang="en-US" dirty="0"/>
              <a:t>Operational interventions play an important role in maintaining </a:t>
            </a:r>
            <a:r>
              <a:rPr lang="en-US" b="1" dirty="0"/>
              <a:t>fleet readiness and charger availability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93EE08-0923-B9E4-C6B3-8EA1AEFD0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236" y="2603500"/>
            <a:ext cx="1892439" cy="38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7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3B8D-254F-B30D-2CBB-1D0B0DBC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Recommendations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F2155E-CF02-EBC4-7BF8-081E6050E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85999"/>
            <a:ext cx="9450098" cy="4373217"/>
          </a:xfrm>
        </p:spPr>
        <p:txBody>
          <a:bodyPr>
            <a:normAutofit/>
          </a:bodyPr>
          <a:lstStyle/>
          <a:p>
            <a:r>
              <a:rPr lang="en-US" sz="2000" dirty="0"/>
              <a:t>Move vehicles from charging stations once an optimal battery level is reached to avoid idle charging fees.</a:t>
            </a:r>
          </a:p>
          <a:p>
            <a:r>
              <a:rPr lang="en-US" sz="2000" dirty="0"/>
              <a:t>Use rental demand patterns to position vehicles in high-usage locations and peak times.</a:t>
            </a:r>
          </a:p>
          <a:p>
            <a:r>
              <a:rPr lang="en-US" sz="2000" dirty="0"/>
              <a:t>Monitor charging interruptions to improve charging schedules and vehicle availability.</a:t>
            </a:r>
          </a:p>
          <a:p>
            <a:r>
              <a:rPr lang="en-US" sz="2000" dirty="0"/>
              <a:t>Implement dashboards to track fleet utilization, charging events, and operational activity.</a:t>
            </a:r>
          </a:p>
          <a:p>
            <a:r>
              <a:rPr lang="en-US" sz="2000" dirty="0"/>
              <a:t>Use data insights to support service agents in making faster fleet 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429381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799BA-7643-3397-0279-373E2C3F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506" y="1842972"/>
            <a:ext cx="5080988" cy="1822514"/>
          </a:xfrm>
        </p:spPr>
        <p:txBody>
          <a:bodyPr/>
          <a:lstStyle/>
          <a:p>
            <a:r>
              <a:rPr lang="en-US" sz="7200" b="1" dirty="0"/>
              <a:t>THANKYOU</a:t>
            </a:r>
            <a:endParaRPr lang="en-IN" sz="72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0CB21-34C3-D7F3-D322-E80166BE3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1960" y="5015028"/>
            <a:ext cx="3248080" cy="620459"/>
          </a:xfrm>
        </p:spPr>
        <p:txBody>
          <a:bodyPr>
            <a:noAutofit/>
          </a:bodyPr>
          <a:lstStyle/>
          <a:p>
            <a:r>
              <a:rPr lang="en-US" sz="4000" dirty="0"/>
              <a:t>Any queries</a:t>
            </a:r>
          </a:p>
        </p:txBody>
      </p:sp>
    </p:spTree>
    <p:extLst>
      <p:ext uri="{BB962C8B-B14F-4D97-AF65-F5344CB8AC3E}">
        <p14:creationId xmlns:p14="http://schemas.microsoft.com/office/powerpoint/2010/main" val="690336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168</TotalTime>
  <Words>457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Exploratory Data Analysis of City Car-Sharing Rentals  Operational Insights &amp; Charging Optimization</vt:lpstr>
      <vt:lpstr>Project Objective</vt:lpstr>
      <vt:lpstr>Dataset Description </vt:lpstr>
      <vt:lpstr>Analytical Approach</vt:lpstr>
      <vt:lpstr>Fleet Utilization Patterns</vt:lpstr>
      <vt:lpstr>Customer Battery Preferences</vt:lpstr>
      <vt:lpstr>Charging Events and Interruptions</vt:lpstr>
      <vt:lpstr>Charging Efficiency &amp; Operational Interventions</vt:lpstr>
      <vt:lpstr>Operational Recommendations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 Venigalla</dc:creator>
  <cp:lastModifiedBy>Sravan Venigalla</cp:lastModifiedBy>
  <cp:revision>1</cp:revision>
  <dcterms:created xsi:type="dcterms:W3CDTF">2026-03-15T04:42:16Z</dcterms:created>
  <dcterms:modified xsi:type="dcterms:W3CDTF">2026-03-15T07:37:06Z</dcterms:modified>
</cp:coreProperties>
</file>